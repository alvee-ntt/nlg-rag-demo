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18731e3144655" /><Relationship Type="http://schemas.openxmlformats.org/officeDocument/2006/relationships/extended-properties" Target="/docProps/app.xml" Id="Rc56129546dab4008" /><Relationship Type="http://schemas.openxmlformats.org/officeDocument/2006/relationships/officeDocument" Target="/ppt/presentation.xml" Id="R8db54800e30347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61fc7c3644655"/>
  </p:sldMasterIdLst>
  <p:notesMasterIdLst>
    <p:notesMasterId xmlns:r="http://schemas.openxmlformats.org/officeDocument/2006/relationships" r:id="R64f117435e2641b1"/>
  </p:notesMasterIdLst>
  <p:sldIdLst>
    <p:sldId xmlns:r="http://schemas.openxmlformats.org/officeDocument/2006/relationships" id="256" r:id="Rcaac227de9934e16"/>
    <p:sldId xmlns:r="http://schemas.openxmlformats.org/officeDocument/2006/relationships" id="257" r:id="R14d3839a733b4470"/>
    <p:sldId xmlns:r="http://schemas.openxmlformats.org/officeDocument/2006/relationships" id="258" r:id="Re4df4155c885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91a50762d41f8" /><Relationship Type="http://schemas.openxmlformats.org/officeDocument/2006/relationships/slideMaster" Target="/ppt/slideMasters/slideMaster1.xml" Id="Radf61fc7c3644655" /><Relationship Type="http://schemas.openxmlformats.org/officeDocument/2006/relationships/notesMaster" Target="/ppt/notesMasters/notesMaster1.xml" Id="R64f117435e2641b1" /><Relationship Type="http://schemas.openxmlformats.org/officeDocument/2006/relationships/presProps" Target="/ppt/presProps.xml" Id="Rb0362e900f614689" /><Relationship Type="http://schemas.openxmlformats.org/officeDocument/2006/relationships/tableStyles" Target="/ppt/tableStyles.xml" Id="Re6ccd124296f480e" /><Relationship Type="http://schemas.openxmlformats.org/officeDocument/2006/relationships/slide" Target="/ppt/slides/slide1.xml" Id="Rcaac227de9934e16" /><Relationship Type="http://schemas.openxmlformats.org/officeDocument/2006/relationships/slide" Target="/ppt/slides/slide2.xml" Id="R14d3839a733b4470" /><Relationship Type="http://schemas.openxmlformats.org/officeDocument/2006/relationships/slide" Target="/ppt/slides/slide3.xml" Id="Re4df4155c885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c651b35a7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05f7d176a47dd" /><Relationship Type="http://schemas.openxmlformats.org/officeDocument/2006/relationships/notesMaster" Target="/ppt/notesMasters/notesMaster1.xml" Id="R513268f142f64b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e7a10a0234d46" /><Relationship Type="http://schemas.openxmlformats.org/officeDocument/2006/relationships/notesMaster" Target="/ppt/notesMasters/notesMaster1.xml" Id="R4fd48611108e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dfc91449440e9" /><Relationship Type="http://schemas.openxmlformats.org/officeDocument/2006/relationships/notesMaster" Target="/ppt/notesMasters/notesMaster1.xml" Id="R81c629e5baf64b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Design/FlexLife Conversational Agent.md, sections 4–7 and 30. Implementation names and model roles supplied by the user on October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Design/FlexLife Conversational Agent.md, sections 4, 9–16, 20–25. Model selection and KnowledgeBase naming reflect implementation details supplied by the user on October 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Design/FlexLife Conversational Agent.md, sections 30–31 and 35. Runtime names and model roles supplied by the user on October 6, 2026. Phase labels condense the five proposed implementation phases.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62fd111cc49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72bc553d747b6" /><Relationship Type="http://schemas.openxmlformats.org/officeDocument/2006/relationships/slideLayout" Target="/ppt/slideLayouts/slideLayout1.xml" Id="Rdf9155782fe2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155782fe2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b98f29c6407f" /><Relationship Type="http://schemas.openxmlformats.org/officeDocument/2006/relationships/notesSlide" Target="/ppt/notesSlides/notesSlide1.xml" Id="R2570e691939f4a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aaeffb5db43cd" /><Relationship Type="http://schemas.openxmlformats.org/officeDocument/2006/relationships/notesSlide" Target="/ppt/notesSlides/notesSlide2.xml" Id="R10735c5428ca46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12018bde8462e" /><Relationship Type="http://schemas.openxmlformats.org/officeDocument/2006/relationships/notesSlide" Target="/ppt/notesSlides/notesSlide3.xml" Id="Rc21d828729fc47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FBB62-861B-4AD9-B033-2FBCFD87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Controlled conversational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20180-6652-4D20-A731-6C1F7599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9481A-D5F2-47B8-96C8-9D26E7F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CDDD3-73C3-4DDE-A326-9A59AE0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One orchestrator owns context, workflow state and response construction. Application code controls authority, policy and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FA1D2-E8E7-4C2B-A4BD-B4A6EB6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6668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1527B-B790-4C63-AB68-289BB6F0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38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 OR ASYNC 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0FABE-2495-408D-ADC7-16DCA52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1942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1242C-681F-416A-A1FC-FB3402E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28875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35438-ADEB-4FD4-ADAC-23DF2C9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86025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CONVERSATION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606B8-A875-4DAC-B74E-72FBE0AD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194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96728-C578-4DFD-B4E0-9960BB8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38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907C6-A96A-4DA1-9E8B-4365A47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73062-900A-429A-98EB-0DB038F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809750"/>
            <a:ext cx="2619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CFEB5-6EEA-4D95-A54B-F4FABE4B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KNOWLEDGEBASE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Foundry Agent with Foundry IQ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8FBE9-3230-46E3-B2DF-61631230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A235D-DC85-4E5D-AB5D-ABA63D4C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438D-945C-4DA9-A1E1-3EA2B270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14625"/>
            <a:ext cx="2619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9ECE6-3302-4FB4-95E8-03006FD5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71775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NLG-LARGE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GPT SOL for heavy reasoning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A68AE-CC62-4246-9B83-E157B2C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790F0-F3AF-4231-9AF8-1F7F7190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528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93D82-9FC4-4E13-BDFA-BA5D9779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19500"/>
            <a:ext cx="2619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9F8F2"/>
          </a:solidFill>
          <a:ln xmlns:a="http://schemas.openxmlformats.org/drawingml/2006/main" w="9525">
            <a:solidFill>
              <a:srgbClr val="E9F8F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88E90-7FA3-4695-8131-24C55803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7665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NLG-SMALL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GPT Luna for fast reasoning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86DA8-2356-416D-B334-AA6E055D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6DEFC-97DD-4443-AA99-A9904EF3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43125"/>
            <a:ext cx="38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A5E93-F35F-4DD8-A48F-C7478C0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194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CA56C-D3DA-473F-8938-F8038FA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28875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D3FD0-A1F2-4514-9E43-B407B6F1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86025"/>
            <a:ext cx="1962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GROUNDING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570DA-EB1C-46C7-BE55-1218372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480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03074-0F57-4541-AD9C-A083CE99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5336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15A94-B063-4B67-B891-48C38BD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00525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STRUCTURED RESPONSE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Text, citations, actions, TTS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A8526-C98F-4B1D-B546-DA63F19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Control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C439A-0FCD-4A33-9F6D-32BD4E1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models reason and recommend the next step. The application validates evidence, persists state and authorizes consequential actions.</a:t>
            </a:r>
          </a:p>
        </p:txBody>
      </p:sp>
    </p:spTree>
    <p:extLst>
      <p:ext uri="{BB962C8B-B14F-4D97-AF65-F5344CB8AC3E}">
        <p14:creationId xmlns:p14="http://schemas.microsoft.com/office/powerpoint/2010/main" val="1490799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0C180B-7FBE-4B44-8393-46606F5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Evidence and policy drive every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E6F1F-CA62-4E3A-A710-B7709039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1D3F0-342D-42D7-8162-8D49080F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F4CC3-07B1-4EC4-B9A7-1288D17A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Processing adapts to risk. Simple questions take a short path. Sensitive or consequential requests add validation and approval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0FF61-9844-44A2-A4D7-4331D613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32FF-8A4F-43CF-BA8D-64652EC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32244-F947-48B2-8006-E1C1315C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58083-E4CC-4D2D-8773-2372EB63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Intent and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9B548-45DD-4322-9A6A-2ED91F4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C1F13-0314-4DB0-84BF-CD2CDA2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EC74F-3272-483E-942A-34CD2B07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70DDF-605E-4233-B4BE-39864CE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Risk, complexity,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CBAA4-E101-4964-B33B-0A95FC2E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1A120-E212-4476-908A-6AE1F2BF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C6F5D-155D-4B86-80C9-A8346F9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6F859-5B59-42E6-A747-C74384FB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KnowledgeBase corpus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7E6E7-581E-40AA-A2D0-DEAC7B39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0771-591E-4D52-A70D-5DE1CB4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01768-5DC3-4AD3-A003-F4EA909F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2294A-A8C6-43AC-A0CE-7B1D2260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NLG-Large or NLG-Small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2AE13-0BD0-4F0F-BC35-5B09B34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84186-0B02-415B-B5C3-C07307F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6199D-6C58-4FDC-9FB8-9C7C86E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4F342-583D-48E4-AD2B-D2AE5F10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Grounding and compliance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028EA-D121-42CF-9DAE-56D7852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574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D402E-979F-4A33-BA1B-D505BC31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714F0-6449-41B5-9FBD-D73DB64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708B21-EA0A-46DE-8024-0D6C6CC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38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Structured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414BC-B39B-4FF7-8840-BCD67C0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76675"/>
            <a:ext cx="1086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A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19C8D-015D-4CD7-A18A-B73ADC6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Policy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FB4361-F514-41E9-BAA3-512D97E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00575"/>
            <a:ext cx="2333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8F2"/>
          </a:solidFill>
          <a:ln xmlns:a="http://schemas.openxmlformats.org/drawingml/2006/main" w="9525">
            <a:solidFill>
              <a:srgbClr val="E9F8F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509FC-2E0F-4012-B45D-D64E2E3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57725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8A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8A70"/>
                </a:solidFill>
                <a:latin typeface="Aptos"/>
                <a:ea typeface="Aptos"/>
                <a:cs typeface="Aptos"/>
              </a:rPr>
              <a:t>ANSWER WITH CITATIONS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B8EFD-07B1-4A13-AA54-2BE2CAC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2333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392E1-EA9F-4244-A2D0-48EC07D8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57725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ASK FOR MISSING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53D6B-965F-4C85-AFBF-6B305288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00575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B5E52-DEB4-4A2A-894B-EB691F77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577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QUALIFY OR REMOVE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7B922A-9D68-44ED-ACBB-A0AF472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005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B31D28-5601-4F9E-BE83-9BB5E66F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57725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ESCALATE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3F1B91-AA47-4646-B910-E612E760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600575"/>
            <a:ext cx="12287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C3FB9-628F-46D8-AF31-B4BEA81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6577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 APPROVAL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D5A887-4661-4974-B7DA-7F720AB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Hard boundaries: no underwriting decisions or outcome predictions. No unsupported FlexLife facts. No external communication without review and approval.</a:t>
            </a:r>
          </a:p>
        </p:txBody>
      </p:sp>
    </p:spTree>
    <p:extLst>
      <p:ext uri="{BB962C8B-B14F-4D97-AF65-F5344CB8AC3E}">
        <p14:creationId xmlns:p14="http://schemas.microsoft.com/office/powerpoint/2010/main" val="726742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FECEC5-D718-4732-9E54-77E00280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POC runtime and delivery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593E-D335-4468-B3D5-E17DAAF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1131-98E4-4E2D-A4B3-140C23F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61E03-E276-4EB1-8CC2-A6E1C63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The application API remains the enforcement point while capabilities expand in controlled phases.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059AF-3A0F-4B97-9A76-DB0C900E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90258-07AD-45EB-B276-2B2D303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479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/ APP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13F39-FF10-4E4E-A6C3-52D4489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955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11B74-7918-48F7-82E2-8B0007E7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33575"/>
            <a:ext cx="228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61564-8FCD-44B0-8197-1C4E3AFA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145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D50BF-3201-4116-A160-85C9E4E8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336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Session and workflow state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Authorization and enforcement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302B8-8050-4483-AE3B-BC1486BD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04111-BA9D-4019-9D6B-8C06185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933575"/>
            <a:ext cx="2647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5CFEF-FB1B-46C9-A438-071FFC9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28817-DC09-4A8E-B212-88D9FC0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57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KnowledgeBase for corpus access</a:t>
            </a:r>
          </a:p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NLG-Large or NLG-Small for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377F1-3C01-4AC4-8F41-A0068733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955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D36FC-AE2C-4734-8644-303DA303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09750"/>
            <a:ext cx="2647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F8F2"/>
          </a:solidFill>
          <a:ln xmlns:a="http://schemas.openxmlformats.org/drawingml/2006/main" w="9525">
            <a:solidFill>
              <a:srgbClr val="E9F8F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BC95D-61EA-454A-A1B3-C1B948B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66900"/>
            <a:ext cx="2419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CONTROLLED SERVICES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Compliance validator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Documents, ticket, email, speech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25B75-8BA7-4BC8-9236-3A59F5EC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Delivery 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D60AB-0BD8-467A-982F-B2DCA1E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67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7A756-9A1A-4C7F-8621-03CD93AA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98E8F-D3AA-4E91-989C-6E54D2EB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63563-2679-4408-B01D-046EB1A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KnowledgeBase access, citations, core restrictions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249E-DC91-48B4-ADA5-43E8C99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67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DF3F4-22B3-4635-8395-C2FF8774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386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8EA5F-09DA-41B9-8D61-C69F6C5C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GUIDANCE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8E1A0A-7FDF-45A5-B754-355A44F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0387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Model routing, compliance, approved wording, information gathering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6909A-85F8-44DF-B31C-41B64757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67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1A486-996F-42F3-8727-7BDFAFE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CE"/>
          </a:solidFill>
          <a:ln xmlns:a="http://schemas.openxmlformats.org/drawingml/2006/main" w="9525">
            <a:solidFill>
              <a:srgbClr val="246BC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3CBFE-BD56-415E-BA8F-B4307B5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54159-3274-40AE-8BC4-C9EC1E5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387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Documents, email draft, review and simulated send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EF220-3207-4FDA-AF0B-A94695F7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267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C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C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B43CD-495C-49C5-9E4C-3435C34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386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DA"/>
          </a:solidFill>
          <a:ln xmlns:a="http://schemas.openxmlformats.org/drawingml/2006/main" w="9525">
            <a:solidFill>
              <a:srgbClr val="B9C9D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710DF-F6F1-4879-BBE8-8F5FB3D9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EXPANSION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0DC0A-FCF6-404C-AB06-E2F9D4C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0387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Escalation tickets and asynchronous voice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8CCC27-FDC3-4986-8708-194FDCC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Add specialist agents only when a capability needs materially different instructions, tools, sources, reasoning or lifecycle.</a:t>
            </a:r>
          </a:p>
        </p:txBody>
      </p:sp>
    </p:spTree>
    <p:extLst>
      <p:ext uri="{BB962C8B-B14F-4D97-AF65-F5344CB8AC3E}">
        <p14:creationId xmlns:p14="http://schemas.microsoft.com/office/powerpoint/2010/main" val="24347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2026-10-06T13:19:03.5110000Z</dcterms:created>
  <dcterms:modified xsi:type="dcterms:W3CDTF">2026-10-06T13:19:03.5110000Z</dcterms:modified>
</coreProperties>
</file>